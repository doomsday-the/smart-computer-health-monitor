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F2FA"/>
                </a:solidFill>
                <a:latin typeface="Aptos"/>
              </a:rPr>
              <a:t>SMART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64208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38BDF8"/>
                </a:solidFill>
                <a:latin typeface="Aptos"/>
              </a:rPr>
              <a:t>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3B5CD"/>
                </a:solidFill>
                <a:latin typeface="Aptos"/>
              </a:rPr>
              <a:t>An intelligent, explainable operating-system resource 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120640" cy="12801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478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REVIEW 9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13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Aptos"/>
              </a:rPr>
              <a:t>Operating Systems  |  Student: Ajay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143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B2F4B"/>
          </a:solidFill>
          <a:ln>
            <a:solidFill>
              <a:srgbClr val="1B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609344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  <a:latin typeface="Aptos"/>
              </a:rPr>
              <a:t>0-100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267712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EXPLAINABLE
HEALTH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3B5CD"/>
                </a:solidFill>
                <a:latin typeface="Aptos"/>
              </a:rPr>
              <a:t>Offline  |  Local SQLite  |  PySide6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4754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The problem with raw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A percentage is a measurement - not an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35204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3520440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RAW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295351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EBF2FA"/>
                </a:solidFill>
                <a:latin typeface="Aptos"/>
              </a:rPr>
              <a:t>CPU: 95%
RAM: 89%
Disk: 92%
What does it mean?
What should the user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30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Aptos"/>
              </a:rPr>
              <a:t>WITHOUT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35204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64008" cy="352044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5819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ptos"/>
              </a:rPr>
              <a:t>MISSING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984248"/>
            <a:ext cx="295351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BF2FA"/>
                </a:solidFill>
                <a:latin typeface="Aptos"/>
              </a:rPr>
              <a:t>Is the load sustained?
Which process contributes?
Is this expected workload?
What is the OS impact?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2303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DIAGNOSIS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3337560" cy="35204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417320"/>
            <a:ext cx="64008" cy="35204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5819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PROJECT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84248"/>
            <a:ext cx="295351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BF2FA"/>
                </a:solidFill>
                <a:latin typeface="Aptos"/>
              </a:rPr>
              <a:t>Evidence-based insight
Transparent score
Safe recommendation
Verification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230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Aptos"/>
              </a:rPr>
              <a:t>INTERPRETATION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Project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Telemetry becomes understandable, actionable and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2395728" cy="3063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803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B5CD"/>
                </a:solidFill>
                <a:latin typeface="Aptos"/>
              </a:rPr>
              <a:t>CPU, RAM, disk, I/O, battery and processes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8BDF8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572768"/>
            <a:ext cx="2395728" cy="3063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181051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4B5F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8803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B5CD"/>
                </a:solidFill>
                <a:latin typeface="Aptos"/>
              </a:rPr>
              <a:t>Thresholds, time windows and correlations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C4B5FD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572768"/>
            <a:ext cx="2395728" cy="3063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181051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28803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B5CD"/>
                </a:solidFill>
                <a:latin typeface="Aptos"/>
              </a:rPr>
              <a:t>Evidence, OS impact and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BBF24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572768"/>
            <a:ext cx="2395728" cy="3063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181051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88036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B5CD"/>
                </a:solidFill>
                <a:latin typeface="Aptos"/>
              </a:rPr>
              <a:t>Alerts, recommendations and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Aptos"/>
              </a:rPr>
              <a:t>CORE CONTRIBUTION: the Interpretation Layer bridges operating-system counters and human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Modular design keeps collection, reasoning and presentation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05740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PySide6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41732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1417320"/>
            <a:ext cx="2057400" cy="73152"/>
          </a:xfrm>
          <a:prstGeom prst="rect">
            <a:avLst/>
          </a:prstGeom>
          <a:solidFill>
            <a:srgbClr val="C4B5FD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76479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App Controller
worker + timing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41732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417320"/>
            <a:ext cx="2057400" cy="73152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76479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Monitoring
psutil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2057400" cy="73152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76479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Analysis
score +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06908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4069080"/>
            <a:ext cx="2057400" cy="73152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41655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Storage + Reports
SQLite / CSV /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75564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  <a:latin typeface="Aptos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75564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  <a:latin typeface="Aptos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75564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  <a:latin typeface="Aptos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743200"/>
            <a:ext cx="182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A3B5CD"/>
                </a:solidFill>
                <a:latin typeface="Aptos"/>
              </a:rPr>
              <a:t>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321868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8BDF8"/>
                </a:solidFill>
                <a:latin typeface="Aptos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650992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ptos"/>
              </a:rPr>
              <a:t>All data stays local. The application does not require cloud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Designed for useful diagnosis, not just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5087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Real-time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29535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CPU, per-core, RAM, disk capacity, disk I/O and battery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64008" cy="150876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5819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Explainable health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84248"/>
            <a:ext cx="29535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Deterministic 0-100 score with deduction breakdown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64008" cy="1508760"/>
          </a:xfrm>
          <a:prstGeom prst="rect">
            <a:avLst/>
          </a:prstGeom>
          <a:solidFill>
            <a:srgbClr val="C4B5FD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5819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4B5FD"/>
                </a:solidFill>
                <a:latin typeface="Aptos"/>
              </a:rPr>
              <a:t>Process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984248"/>
            <a:ext cx="29535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Safe inspection with transient-process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29000"/>
            <a:ext cx="64008" cy="15087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593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ptos"/>
              </a:rPr>
              <a:t>Insight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95928"/>
            <a:ext cx="29535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Sustained evidence, confidence and OS significance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42900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429000"/>
            <a:ext cx="64008" cy="1508760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593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Alert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995928"/>
            <a:ext cx="29535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Deduplication, cooldowns, escalation and recovery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2900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429000"/>
            <a:ext cx="64008" cy="15087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593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Reports +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3995928"/>
            <a:ext cx="29535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Local trends, CSV export and PDF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Explainable health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Transparent deductions make the result testable and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886200" cy="4206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  <a:latin typeface="Aptos"/>
              </a:rPr>
              <a:t>HEALTH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EBF2FA"/>
                </a:solidFill>
                <a:latin typeface="Aptos"/>
              </a:rPr>
              <a:t>0 - 100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3B5CD"/>
                </a:solidFill>
                <a:latin typeface="Consolas"/>
              </a:rPr>
              <a:t>score = clamp(100 - total deductions, 0, 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EBF2FA"/>
                </a:solidFill>
                <a:latin typeface="Consolas"/>
              </a:rPr>
              <a:t>80-100  Excellent
60-79    Good
40-59    Warning
0-39     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544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81912"/>
            <a:ext cx="4069080" cy="201168"/>
          </a:xfrm>
          <a:prstGeom prst="roundRect">
            <a:avLst>
              <a:gd name="adj" fmla="val 8000"/>
            </a:avLst>
          </a:prstGeom>
          <a:solidFill>
            <a:srgbClr val="1B2F4B"/>
          </a:solidFill>
          <a:ln>
            <a:solidFill>
              <a:srgbClr val="1B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581912"/>
            <a:ext cx="3474720" cy="20116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155448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38BDF8"/>
                </a:solidFill>
                <a:latin typeface="Aptos"/>
              </a:rPr>
              <a:t>35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4688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96312"/>
            <a:ext cx="4069080" cy="201168"/>
          </a:xfrm>
          <a:prstGeom prst="roundRect">
            <a:avLst>
              <a:gd name="adj" fmla="val 8000"/>
            </a:avLst>
          </a:prstGeom>
          <a:solidFill>
            <a:srgbClr val="1B2F4B"/>
          </a:solidFill>
          <a:ln>
            <a:solidFill>
              <a:srgbClr val="1B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496312"/>
            <a:ext cx="3474720" cy="201168"/>
          </a:xfrm>
          <a:prstGeom prst="roundRect">
            <a:avLst>
              <a:gd name="adj" fmla="val 8000"/>
            </a:avLst>
          </a:prstGeom>
          <a:solidFill>
            <a:srgbClr val="C4B5FD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246888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4B5FD"/>
                </a:solidFill>
                <a:latin typeface="Aptos"/>
              </a:rPr>
              <a:t>35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3832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Disk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10712"/>
            <a:ext cx="4069080" cy="201168"/>
          </a:xfrm>
          <a:prstGeom prst="roundRect">
            <a:avLst>
              <a:gd name="adj" fmla="val 8000"/>
            </a:avLst>
          </a:prstGeom>
          <a:solidFill>
            <a:srgbClr val="1B2F4B"/>
          </a:solidFill>
          <a:ln>
            <a:solidFill>
              <a:srgbClr val="1B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410712"/>
            <a:ext cx="2240280" cy="201168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338328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BBF24"/>
                </a:solidFill>
                <a:latin typeface="Aptos"/>
              </a:rPr>
              <a:t>20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2976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Battery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25112"/>
            <a:ext cx="4069080" cy="201168"/>
          </a:xfrm>
          <a:prstGeom prst="roundRect">
            <a:avLst>
              <a:gd name="adj" fmla="val 8000"/>
            </a:avLst>
          </a:prstGeom>
          <a:solidFill>
            <a:srgbClr val="1B2F4B"/>
          </a:solidFill>
          <a:ln>
            <a:solidFill>
              <a:srgbClr val="1B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325112"/>
            <a:ext cx="1234440" cy="20116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429768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Aptos"/>
              </a:rPr>
              <a:t>10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84632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B5CD"/>
                </a:solidFill>
                <a:latin typeface="Aptos"/>
              </a:rPr>
              <a:t>Correlation damper reduces double-counting when CPU and RAM are both heavily loaded.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Interpretation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The application explains what is happening and what to do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727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High memory pressure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8191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5727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91.4% used | 1.3 GB free | top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0779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Aptos"/>
              </a:rPr>
              <a:t>OS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986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Less room for cache; paging may increase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4320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90779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Aptos"/>
              </a:rPr>
              <a:t>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8986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High confidence from direct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23367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Apto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245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Review tabs and close dormant apps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06908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23367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2245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Check history for recovery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Aptos"/>
              </a:rPr>
              <a:t>A brief spike is not treated as a failure: sustained evidence is required before an insight becomes 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Application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A dark, focused dashboard for monitoring and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45262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828800" cy="452628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38BDF8"/>
                </a:solidFill>
                <a:latin typeface="Aptos"/>
              </a:rPr>
              <a:t>HEALTH
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060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44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8386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92277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616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8006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66420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BF2FA"/>
                </a:solidFill>
                <a:latin typeface="Aptos"/>
              </a:rPr>
              <a:t>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22860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5146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A3B5CD"/>
                </a:solidFill>
                <a:latin typeface="Aptos"/>
              </a:rPr>
              <a:t>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83464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8BDF8"/>
                </a:solidFill>
                <a:latin typeface="Aptos"/>
              </a:rPr>
              <a:t>34%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2860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5146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A3B5CD"/>
                </a:solidFill>
                <a:latin typeface="Aptos"/>
              </a:rPr>
              <a:t>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83464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C4B5FD"/>
                </a:solidFill>
                <a:latin typeface="Aptos"/>
              </a:rPr>
              <a:t>58%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22860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5146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A3B5CD"/>
                </a:solidFill>
                <a:latin typeface="Aptos"/>
              </a:rPr>
              <a:t>DISK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83464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BBF24"/>
                </a:solidFill>
                <a:latin typeface="Aptos"/>
              </a:rPr>
              <a:t>71%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2860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5146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A3B5CD"/>
                </a:solidFill>
                <a:latin typeface="Aptos"/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83464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4D399"/>
                </a:solidFill>
                <a:latin typeface="Aptos"/>
              </a:rPr>
              <a:t>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794760"/>
            <a:ext cx="5989320" cy="14173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4041648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3B5CD"/>
                </a:solidFill>
                <a:latin typeface="Aptos"/>
              </a:rPr>
              <a:t>Resource trend  |  Last 15 minutes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246120" y="4526280"/>
            <a:ext cx="731519" cy="27432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77639" y="4526280"/>
            <a:ext cx="731521" cy="13716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709160" y="4297680"/>
            <a:ext cx="731520" cy="36576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40680" y="4297680"/>
            <a:ext cx="731520" cy="13716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172200" y="3977639"/>
            <a:ext cx="731520" cy="457201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03720" y="3977639"/>
            <a:ext cx="731520" cy="182881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635240" y="3840480"/>
            <a:ext cx="822960" cy="32004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26080" y="55321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Dashboard pages: Overview | History | Insights | Recommendations | Process Explorer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Technology stack and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Small, testable modules support the complete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45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Python 3.11+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Core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41732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1" y="1645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PySide6 / Qt6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2039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Desktop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1732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1645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4B5FD"/>
                </a:solidFill>
                <a:latin typeface="Aptos"/>
              </a:rPr>
              <a:t>psutil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039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OS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1732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45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SQLite3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039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Local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2608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546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4787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History charts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292608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1" y="31546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ReportLab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1" y="354787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PDF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292608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31546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pytest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1" y="354787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Automated testing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926080"/>
            <a:ext cx="2423160" cy="1078992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31546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4B5FD"/>
                </a:solidFill>
                <a:latin typeface="Aptos"/>
              </a:rPr>
              <a:t>Offline-first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54787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Privacy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  <a:latin typeface="Consolas"/>
              </a:rPr>
              <a:t>main.py  -&gt;  src/monitoring  -&gt;  src/analysis  -&gt;  src/database  -&gt;  src/ui +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9612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3B5CD"/>
                </a:solidFill>
                <a:latin typeface="Aptos"/>
              </a:rPr>
              <a:t>Core modules include system_monitor.py, health_score.py, interpretation_engine.py and alert_manager.py.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Code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Representative implementation points from the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400800" cy="4160520"/>
          </a:xfrm>
          <a:prstGeom prst="roundRect">
            <a:avLst>
              <a:gd name="adj" fmla="val 8000"/>
            </a:avLst>
          </a:prstGeom>
          <a:solidFill>
            <a:srgbClr val="080E19"/>
          </a:solidFill>
          <a:ln>
            <a:solidFill>
              <a:srgbClr val="080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85216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EDCF5"/>
                </a:solidFill>
                <a:latin typeface="Consolas"/>
              </a:rPr>
              <a:t>class HealthScoreCalculator:
    def calculate(reading, settings):
        breakdown = {
            "cpu_deduction": 0.0,
            "ram_deduction": 0.0,
            "disk_deduction": 0.0,
            "battery_deduction": 0.0
        }
        score = max(0.0, min(100.0,
            100.0 - total_deduction))
        return HealthScoreResult(score=score, 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371600"/>
            <a:ext cx="3794760" cy="12344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371600"/>
            <a:ext cx="64008" cy="1234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536192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SYSTEM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938528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psutil captures live CPU, RAM, disk, I/O and battery readings.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788920"/>
            <a:ext cx="3794760" cy="12344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788920"/>
            <a:ext cx="64008" cy="1234440"/>
          </a:xfrm>
          <a:prstGeom prst="rect">
            <a:avLst/>
          </a:prstGeom>
          <a:solidFill>
            <a:srgbClr val="C4B5FD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953512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4B5FD"/>
                </a:solidFill>
                <a:latin typeface="Aptos"/>
              </a:rPr>
              <a:t>INTERPRETATION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355848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Sustained samples become evidence-based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206240"/>
            <a:ext cx="3794760" cy="12344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206240"/>
            <a:ext cx="64008" cy="12344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4370831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ALERT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4773168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Cooldowns, deduplication, escalation and recovery.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Testing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The project is backed by automated unit and integration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200400" cy="324612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>
                <a:solidFill>
                  <a:srgbClr val="34D399"/>
                </a:solidFill>
                <a:latin typeface="Aptos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TESTS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3B5CD"/>
                </a:solidFill>
                <a:latin typeface="Aptos"/>
              </a:rPr>
              <a:t>verified from the project root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21792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BF2FA"/>
                </a:solidFill>
                <a:latin typeface="Aptos"/>
              </a:defRPr>
            </a:pPr>
            <a:r>
              <a:t>Health-score boundaries</a:t>
            </a:r>
          </a:p>
          <a:p>
            <a:pPr>
              <a:spcAft>
                <a:spcPts val="900"/>
              </a:spcAft>
              <a:defRPr sz="1600">
                <a:solidFill>
                  <a:srgbClr val="EBF2FA"/>
                </a:solidFill>
                <a:latin typeface="Aptos"/>
              </a:defRPr>
            </a:pPr>
            <a:r>
              <a:t>Sustained vs transient spikes</a:t>
            </a:r>
          </a:p>
          <a:p>
            <a:pPr>
              <a:spcAft>
                <a:spcPts val="900"/>
              </a:spcAft>
              <a:defRPr sz="1600">
                <a:solidFill>
                  <a:srgbClr val="EBF2FA"/>
                </a:solidFill>
                <a:latin typeface="Aptos"/>
              </a:defRPr>
            </a:pPr>
            <a:r>
              <a:t>Database CRUD and settings</a:t>
            </a:r>
          </a:p>
          <a:p>
            <a:pPr>
              <a:spcAft>
                <a:spcPts val="900"/>
              </a:spcAft>
              <a:defRPr sz="1600">
                <a:solidFill>
                  <a:srgbClr val="EBF2FA"/>
                </a:solidFill>
                <a:latin typeface="Aptos"/>
              </a:defRPr>
            </a:pPr>
            <a:r>
              <a:t>Alert lifecycle and recovery</a:t>
            </a:r>
          </a:p>
          <a:p>
            <a:pPr>
              <a:spcAft>
                <a:spcPts val="900"/>
              </a:spcAft>
              <a:defRPr sz="1600">
                <a:solidFill>
                  <a:srgbClr val="EBF2FA"/>
                </a:solidFill>
                <a:latin typeface="Aptos"/>
              </a:defRPr>
            </a:pPr>
            <a:r>
              <a:t>Process edge cases</a:t>
            </a:r>
          </a:p>
          <a:p>
            <a:pPr>
              <a:spcAft>
                <a:spcPts val="900"/>
              </a:spcAft>
              <a:defRPr sz="1600">
                <a:solidFill>
                  <a:srgbClr val="EBF2FA"/>
                </a:solidFill>
                <a:latin typeface="Aptos"/>
              </a:defRPr>
            </a:pPr>
            <a:r>
              <a:t>Recommendations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892040"/>
            <a:ext cx="5943600" cy="576072"/>
          </a:xfrm>
          <a:prstGeom prst="roundRect">
            <a:avLst>
              <a:gd name="adj" fmla="val 8000"/>
            </a:avLst>
          </a:prstGeom>
          <a:solidFill>
            <a:srgbClr val="080E19"/>
          </a:solidFill>
          <a:ln>
            <a:solidFill>
              <a:srgbClr val="080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508406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Consolas"/>
              </a:rPr>
              <a:t>python -m pytest -q    -&gt;    22 passed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Submission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3B5CD"/>
                </a:solidFill>
                <a:latin typeface="Aptos"/>
              </a:rPr>
              <a:t>Everything needed for Review 9 is organized in the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3B5CD"/>
                </a:solidFill>
                <a:latin typeface="Aptos"/>
              </a:rPr>
              <a:t>SMART COMPUTER HEALTH MONITOR  |  OPERATING SYSTEMS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9202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SUBMISSION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BF2FA"/>
                </a:solidFill>
                <a:latin typeface="Aptos"/>
              </a:rPr>
              <a:t>Presentation (.pptx)
GitHub repository link
Code screenshots
README + technical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64008" cy="19202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581912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REVIEW 10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84248"/>
            <a:ext cx="473659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BF2FA"/>
                </a:solidFill>
                <a:latin typeface="Aptos"/>
              </a:rPr>
              <a:t>Architecture
Data flow
Database design
Limitations and future enhancements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B2F4B"/>
          </a:solidFill>
          <a:ln>
            <a:solidFill>
              <a:srgbClr val="1B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GitHub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96512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Consolas"/>
              </a:rPr>
              <a:t>https://github.com/&lt;username&gt;/Smart-Computer-Health-Monitor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B5CD"/>
                </a:solidFill>
                <a:latin typeface="Aptos"/>
              </a:rPr>
              <a:t>Replace &lt;username&gt; with the actual repository owner before submitting.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5321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38BDF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