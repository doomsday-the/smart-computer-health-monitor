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058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828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2563EB"/>
                </a:solidFill>
                <a:latin typeface="Arial"/>
              </a:rPr>
              <a:t>Comprehensive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4231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  <a:latin typeface="Arial"/>
              </a:rPr>
              <a:t>An explainable, offline operating-system resource monitoring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46120"/>
            <a:ext cx="53035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5661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Operating Systems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977639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Student: Ajay |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563EB"/>
                </a:solidFill>
                <a:latin typeface="Arial"/>
              </a:rPr>
              <a:t>GitHub: https://github.com/ranjansuman-collab/Smart-Computer-Health-Monitor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What the project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Collects live CPU, memory, disk, I/O, battery, and process data.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Converts raw telemetry into a deterministic health score from 0 to 100.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Detects sustained resource pressure instead of reacting to a single transient spike.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Explains evidence, operating-system impact, confidence, recommended action, and verification step.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Stores all data locally in SQLite and exports historical results to CSV/PDF.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Why a conventional monitor is insufficient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359664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3450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Raw reading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8160" y="1234440"/>
            <a:ext cx="359664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1312" y="1371600"/>
            <a:ext cx="3450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User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4800" y="1234440"/>
            <a:ext cx="359664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97952" y="1371600"/>
            <a:ext cx="3450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Project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8470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CPU: 95%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160" y="17373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1312" y="18470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Normal workload or hung process?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800" y="17373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7952" y="18470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Sustained samples + process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24028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35000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RAM: 89%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8160" y="224028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1312" y="235000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Memory pressure or temporary cache?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4800" y="224028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7952" y="235000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Evidence + OS impact explanation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74320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285292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Disk: 92%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8160" y="274320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1312" y="285292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How much space is safe to recover?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800" y="274320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7952" y="285292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Threshold insight + safe recommendation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24612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35584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Repeated alert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8160" y="324612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1312" y="335584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New event or duplicate noise?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24800" y="324612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7952" y="335584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Cooldowns + deduplication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Objectives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Academic and engineering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Provide non-blocking real-time monitoring in a desktop interface.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Keep analysis rule-based, deterministic, and explainable.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Persist metrics, process snapshots, insights, alerts, and settings.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Handle unavailable sensors, permission errors, and disappearing processes safely.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Provide history, reports, recommendations, and alert recovery.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Out of scope: malware detection, physical hardware diagnosis, automatic process killing, automatic file deletion, and mandatory cloud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Separation of concerns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359664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3450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8160" y="1234440"/>
            <a:ext cx="359664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1312" y="1371600"/>
            <a:ext cx="3450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Main components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4800" y="1234440"/>
            <a:ext cx="359664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97952" y="1371600"/>
            <a:ext cx="3450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Responsibility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8470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Presentation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160" y="17373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1312" y="18470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PySide6 UI, pages, cards, charts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800" y="17373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7952" y="18470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Display live state and controls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24028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35000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Application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8160" y="224028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1312" y="235000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AppController, worker thread, settings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4800" y="224028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7952" y="235000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Coordinate sampling and signals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74320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285292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Monitoring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8160" y="274320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1312" y="285292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SystemMonitor, ProcessMonitor, PlatformInfo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800" y="274320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7952" y="285292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Read OS and process telemetry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24612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35584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Analysis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8160" y="324612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1312" y="335584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Thresholds, score, interpretation, recommendations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24800" y="324612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7952" y="335584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Convert readings into decisions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749039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385876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Persistence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8160" y="3749039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1312" y="385876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SQLite database manager and schema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24800" y="3749039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97952" y="385876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Store local history and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2519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43616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Output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28160" y="42519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01312" y="43616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History service, CSV/PDF exporter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24800" y="42519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97952" y="43616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Summaries and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End-to-end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One monitoring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1. Worker wakes at the configured sampling interval.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2. SystemMonitor captures a SystemReading using psutil.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3. ProcessMonitor captures top processes with lifecycle error handling.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4. HealthScoreCalculator computes deductions and classification.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5. InterpretationEngine compares recent samples and creates or recovers insights.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6. AlertManager applies deduplication, cooldowns, escalation, acknowledgement, and recovery.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7. DatabaseManager persists the result; Qt signals refresh the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Repository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Important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39496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52486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234440"/>
            <a:ext cx="539496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2486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470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main.py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373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8470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Application entry point and Qt event loop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402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3500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src/config.py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2402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23500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Validated settings and paths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8529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src/monitoring/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7432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8529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System and process telemetry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35584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src/analysis/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24612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335584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Thresholds, health score, insights, recommendations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749039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85876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src/alerts/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749039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85876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Alert lifecycle and deduplication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2519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3616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src/database/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2519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43616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SQLite schema and CRUD operations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7548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8646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src/history/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7548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48646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Time-window queries and statistics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2578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3675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src/reports/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52578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2" y="53675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CSV and ReportLab PDF export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76072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587044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src/ui/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576072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587044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Main window, pages, components, styles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26364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637336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tests/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626364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9632" y="637336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Unit and integration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Monitoring subsystem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Metrics collected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359664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3450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8160" y="1234440"/>
            <a:ext cx="359664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1312" y="1371600"/>
            <a:ext cx="3450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4800" y="1234440"/>
            <a:ext cx="359664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97952" y="1371600"/>
            <a:ext cx="3450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8470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CPU percent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160" y="17373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1312" y="18470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psutil.cpu_percent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800" y="17373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7952" y="18470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Contention and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24028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35000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Per-core CPU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8160" y="224028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1312" y="235000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psutil.cpu_percent(percpu=True)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4800" y="224028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7952" y="235000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Load distribution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74320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285292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8160" y="274320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1312" y="285292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psutil.virtual_memory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800" y="274320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7952" y="285292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Memory pressure and availability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24612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35584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Disk capacity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8160" y="324612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1312" y="335584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psutil.disk_usage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24800" y="324612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7952" y="335584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Storage exhaustion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749039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385876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Disk I/O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8160" y="3749039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1312" y="385876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psutil.disk_io_counters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24800" y="3749039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97952" y="385876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Read/write activity rates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2519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43616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Battery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28160" y="42519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01312" y="43616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psutil.sensors_battery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24800" y="42519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97952" y="43616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Discharging low-battery warning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75488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486460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Processes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8160" y="475488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01312" y="486460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psutil.process_iter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24800" y="475488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97952" y="486460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Top contributors and evidence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Health score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Deterministic 0-100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rial"/>
              </a:rPr>
              <a:t>HealthScore = clamp(100 - (CPU + RAM + Disk + Battery deductions) × damper, 0, 100)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359664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71600"/>
            <a:ext cx="3450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Subsystem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60" y="1234440"/>
            <a:ext cx="359664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1312" y="1371600"/>
            <a:ext cx="3450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Maximum deduction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4800" y="1234440"/>
            <a:ext cx="359664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7952" y="1371600"/>
            <a:ext cx="3450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Behavior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7373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8470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CPU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160" y="17373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1312" y="18470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35 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4800" y="173736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7952" y="184708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70% warning, 90% 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24028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35000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8160" y="224028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1312" y="235000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35 points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4800" y="224028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7952" y="235000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70% warning, 85% critical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74320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285292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Disk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8160" y="274320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1312" y="285292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20 points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4800" y="274320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7952" y="285292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70% warning, 90% critical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24612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35584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Battery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8160" y="324612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1312" y="335584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10 points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24800" y="3246120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7952" y="335584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Only present, unplugged, and 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749039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385876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Correlation damper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8160" y="3749039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1312" y="385876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0.85 multiplier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24800" y="3749039"/>
            <a:ext cx="359664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97952" y="3858768"/>
            <a:ext cx="3450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Avoids double penalty for CPU + RAM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25780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7846"/>
                </a:solidFill>
                <a:latin typeface="Arial"/>
              </a:rPr>
              <a:t>Bands: 80-100 Excellent | 60-79 Good | 40-59 Warning | 0-39 Critical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Interpretation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From measurements to an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39496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52486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Explanation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234440"/>
            <a:ext cx="539496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2486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Example 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470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373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8470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High memory pressure detected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402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3500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Observed measurement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2402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23500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91.4% used; 1.3 GB available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8529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OS significance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7432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8529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Less room for file cache; paging may increase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35584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24612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335584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Recent samples and top memory processes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749039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85876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Possible factor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749039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85876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A browser process maintains a large working set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2519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3616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Confidence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2519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43616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High confidence from direct metrics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7548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8646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Action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7548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48646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Review active tabs and dormant applications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2578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3675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Verification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52578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2" y="53675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Watch the history chart for recovery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Alert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Avoiding alert fatigue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New insight: create an alert when a condition becomes active.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Duplicate condition: suppress repeated notifications during cooldown.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Escalation: increase severity when the condition persists or worsens.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Acknowledgement: record that the user has seen the alert.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Recovery: resolve the insight when readings return to healthy conditions.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The lifecycle is persisted so the dashboard and reports remain consistent.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Local SQLite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39496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52486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234440"/>
            <a:ext cx="539496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2486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Stored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470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system_metrics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373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8470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Timestamp, CPU, RAM, disk, I/O, battery,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402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3500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process_snapshots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2402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23500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PID, name, CPU%, memory%, status, timestamp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8529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7432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8529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Resource, severity, explanation, evidence JSON, confidence, 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35584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alerts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24612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335584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Severity, message, acknowledged/resolved state, timestamps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749039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85876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settings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749039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85876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Key-value configuration and monitoring preferences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Main pages and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39496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52486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234440"/>
            <a:ext cx="539496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2486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470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373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8470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Live cards, score, current status, summaries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402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3500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Resource Monitor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2402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23500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Detailed CPU/RAM/disk/battery charts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8529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Process Explorer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7432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8529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Search and sort process resource usage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35584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Health Insights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24612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335584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Expandable nine-point explanations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749039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85876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749039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85876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Safe corrective actions and warnings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2519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3616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Alerts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2519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43616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Active, acknowledged, escalated, recovered events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7548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8646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History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7548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48646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15m/1h/6h/24h trends and statistics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2578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3675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Settings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52578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2" y="53675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Thresholds, sampling interval, retention, cooldown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76072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587044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About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576072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587044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Project scope, privacy, limitations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Reports and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Outputs and safety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CSV export supports analysis of historical telemetry.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PDF export produces a structured diagnostic report.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All monitoring data is written to local SQLite and local files.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No telemetry is uploaded to an external server.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Recommendations are advisory and non-destructive.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High usage alone is not treated as proof of malware or hardware failure.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Unavailable sensors are represented explicitly rather than guessed.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What is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39496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52486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Area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234440"/>
            <a:ext cx="5394960" cy="502920"/>
          </a:xfrm>
          <a:prstGeom prst="rect">
            <a:avLst/>
          </a:prstGeom>
          <a:solidFill>
            <a:srgbClr val="E1E8F0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2486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Examples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470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Health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373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8470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Boundaries, deductions, plugged-in battery, clamping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402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3500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Interpretation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2402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23500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Normal, transient spike, sustained CPU, RAM/disk, recovery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8529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Alerts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74320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85292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Suppression, escalation, acknowledgement, resolution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35584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Database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24612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335584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Initialization, CRUD, settings, clearing history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749039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85876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Processes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749039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85876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NoSuchProcess and AccessDenied handling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2519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3616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Recommendations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25196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436168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Mapping active insights and ignoring resolved insights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7548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8646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Reports/config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754880"/>
            <a:ext cx="5394960" cy="5029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4864608"/>
            <a:ext cx="52486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Validation, empty history, CSV/PDF generation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Code screenshot: system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Collects live OS telemetry.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27080" cy="5074920"/>
          </a:xfrm>
          <a:prstGeom prst="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ystem-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81328"/>
            <a:ext cx="1037844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10819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src/monitoring/system_monitor.py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Code screenshot: health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Calculates bounded, explainable scoring.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27080" cy="5074920"/>
          </a:xfrm>
          <a:prstGeom prst="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alth-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81328"/>
            <a:ext cx="1037844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10819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src/analysis/health_score.py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Code screenshot: interpretation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Requires sustained evidence and builds insights.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27080" cy="5074920"/>
          </a:xfrm>
          <a:prstGeom prst="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rpre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81328"/>
            <a:ext cx="1037844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10819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src/analysis/interpretation_engine.py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Code screenshot: alert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Deduplicates and manages alert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27080" cy="5074920"/>
          </a:xfrm>
          <a:prstGeom prst="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81328"/>
            <a:ext cx="1037844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10819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src/alerts/alert_manager.py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Code screenshot: database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Persists metrics and application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27080" cy="5074920"/>
          </a:xfrm>
          <a:prstGeom prst="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81328"/>
            <a:ext cx="1037844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10819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src/database/db_manager.py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Code screenshot: application entry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Starts logging, controller, UI, and event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27080" cy="5074920"/>
          </a:xfrm>
          <a:prstGeom prst="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ntry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81328"/>
            <a:ext cx="1037844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10819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main.py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Known boundaries and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User-space APIs cannot diagnose every physical hardware fault.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Thresholds are heuristics and may need environment-specific tuning.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Battery data is unavailable on desktops and some virtual machines.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GPU utilization and network socket attribution are not core features yet.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Future work: GPU counters, network attribution, adaptive baselines, cgroup/container views, scheduled reports, and optional authenticated remote dashboards.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rial"/>
              </a:rPr>
              <a:t>Conclusion and submission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63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53796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Smart Computer Health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The project bridges raw operating-system counters and human decisions.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Its main contribution is an interpretation layer combining evidence, OS significance, confidence, recommendations, and verification.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The design is modular, testable, offline-first, and safe by default.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Verification result: 22 automated tests pass.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10698480" cy="777240"/>
          </a:xfrm>
          <a:prstGeom prst="rect">
            <a:avLst/>
          </a:prstGeom>
          <a:solidFill>
            <a:srgbClr val="F0F5FA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572000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GitHub: https://github.com/ranjansuman-collab/Smart-Computer-Health-Monitor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Arial"/>
              </a:rPr>
              <a:t>Review 10 documentation: docs/REVIEW_10_DOCUMENTATION.md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