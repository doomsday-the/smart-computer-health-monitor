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83879" y="0"/>
            <a:ext cx="4007815" cy="68580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ptos"/>
              </a:rPr>
              <a:t>SMART COMPUTER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4792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900" b="1">
                <a:solidFill>
                  <a:srgbClr val="2563EB"/>
                </a:solidFill>
                <a:latin typeface="Aptos"/>
              </a:rPr>
              <a:t>HEALTH MONITOR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606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Aptos"/>
              </a:rPr>
              <a:t>An intelligent, explainable operating-system resource monitoring 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3429000"/>
            <a:ext cx="5212080" cy="1188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0332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Aptos"/>
              </a:rPr>
              <a:t>OPERATING SYSTEMS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Aptos"/>
              </a:rPr>
              <a:t>Student: Ajay  |  Review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60020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>
                <a:solidFill>
                  <a:srgbClr val="2563EB"/>
                </a:solidFill>
                <a:latin typeface="Aptos"/>
              </a:rPr>
              <a:t>0-100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33172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Aptos"/>
              </a:rPr>
              <a:t>EXPLAINABLE
HEALTH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80060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563EB"/>
                </a:solidFill>
                <a:latin typeface="Aptos"/>
              </a:rPr>
              <a:t>github.com/ranjansuman-collab/
Smart-Computer-Health-Monitor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4754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The problem with raw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A percentage is a measurement - not an explanation.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37560" cy="3520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64008" cy="35204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5819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Aptos"/>
              </a:rPr>
              <a:t>RAW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984248"/>
            <a:ext cx="2953512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>
                <a:solidFill>
                  <a:srgbClr val="1E293B"/>
                </a:solidFill>
                <a:latin typeface="Aptos"/>
              </a:rPr>
              <a:t>CPU: 95%
RAM: 89%
Disk: 92%
What does it mean?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17320"/>
            <a:ext cx="3337560" cy="3520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417320"/>
            <a:ext cx="64008" cy="352044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15819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Aptos"/>
              </a:rPr>
              <a:t>MISSING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1984248"/>
            <a:ext cx="2953512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E293B"/>
                </a:solidFill>
                <a:latin typeface="Aptos"/>
              </a:rPr>
              <a:t>Brief spike or sustained?
Which process contributes?
What is the OS doing?
What action is safe?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17320"/>
            <a:ext cx="3337560" cy="3520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417320"/>
            <a:ext cx="64008" cy="3520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15819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PROJECT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1984248"/>
            <a:ext cx="2953512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E293B"/>
                </a:solidFill>
                <a:latin typeface="Aptos"/>
              </a:rPr>
              <a:t>Evidence-based insight
Transparent score
Safe recommendation
Verification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40680"/>
            <a:ext cx="10332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CORE CONTRIBUTION: a translation layer between OS telemetry and human decision-making.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Project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Telemetry becomes understandable, actionable and safe.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2395728" cy="30632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EA5E9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COLLECT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8036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CPU, RAM, disk, I/O, battery and processes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554480"/>
            <a:ext cx="2395728" cy="30632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7" y="1810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ANALYZE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288036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Thresholds, time windows and correlations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554480"/>
            <a:ext cx="2395728" cy="30632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7" y="1810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7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EXPLAIN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88036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Evidence, OS impact and confidence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554480"/>
            <a:ext cx="2395728" cy="30632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9448" y="1810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9448" y="288036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Alerts, recommendations and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Modular design keeps collection, reasoning and presentation separate.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10312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210312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56231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PySide6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508760"/>
            <a:ext cx="210312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63240" y="1508760"/>
            <a:ext cx="2103120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2968" y="1856231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App Controller
worker + timing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1508760"/>
            <a:ext cx="210312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508760"/>
            <a:ext cx="2103120" cy="73152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6128" y="1856231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Monitoring
psutil telemetry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1508760"/>
            <a:ext cx="210312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508760"/>
            <a:ext cx="2103120" cy="73152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1856231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Analysis
score + insights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69080"/>
            <a:ext cx="210312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17720" y="4069080"/>
            <a:ext cx="2103120" cy="731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4416552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Storage + Reports
SQLite / CSV /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187451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-&gt;       -&gt;     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65099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Aptos"/>
              </a:rPr>
              <a:t>All monitoring, analysis and reporting stay local. No cloud telemetry is required.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Designed for useful diagnosis, not just dashboards.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37560" cy="1508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64008" cy="150876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5819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A5E9"/>
                </a:solidFill>
                <a:latin typeface="Aptos"/>
              </a:rPr>
              <a:t>Real-time 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984248"/>
            <a:ext cx="2953512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Aptos"/>
              </a:rPr>
              <a:t>CPU, per-core, RAM, disk capacity, disk I/O and battery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417320"/>
            <a:ext cx="3337560" cy="1508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417320"/>
            <a:ext cx="64008" cy="15087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15819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Explainable health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1984248"/>
            <a:ext cx="2953512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Aptos"/>
              </a:rPr>
              <a:t>Deterministic 0-100 score with deduction breakdown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417320"/>
            <a:ext cx="3337560" cy="1508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417320"/>
            <a:ext cx="64008" cy="15087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0496" y="15819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Aptos"/>
              </a:rPr>
              <a:t>Process explorer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1984248"/>
            <a:ext cx="2953512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Aptos"/>
              </a:rPr>
              <a:t>Safe inspection with transient-process handling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429000"/>
            <a:ext cx="3337560" cy="1508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429000"/>
            <a:ext cx="64008" cy="150876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59359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Aptos"/>
              </a:rPr>
              <a:t>Insight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3995928"/>
            <a:ext cx="2953512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Aptos"/>
              </a:rPr>
              <a:t>Sustained evidence, confidence and OS significance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429000"/>
            <a:ext cx="3337560" cy="1508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3429000"/>
            <a:ext cx="64008" cy="15087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45736" y="359359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Aptos"/>
              </a:rPr>
              <a:t>Alert lifecycle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5736" y="3995928"/>
            <a:ext cx="2953512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Aptos"/>
              </a:rPr>
              <a:t>Deduplication, cooldowns, escalation and recovery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3429000"/>
            <a:ext cx="3337560" cy="1508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3429000"/>
            <a:ext cx="64008" cy="15087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359359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D9488"/>
                </a:solidFill>
                <a:latin typeface="Aptos"/>
              </a:rPr>
              <a:t>Reports +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995928"/>
            <a:ext cx="2953512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Aptos"/>
              </a:rPr>
              <a:t>Local trends, CSV export and PDF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Explainable health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Transparent deductions make the result testable and trustworthy.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886200" cy="41605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ptos"/>
              </a:rPr>
              <a:t>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>
                <a:solidFill>
                  <a:srgbClr val="0F172A"/>
                </a:solidFill>
                <a:latin typeface="Aptos"/>
              </a:rPr>
              <a:t>0 - 100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score = clamp(100 - total deductions, 0, 100)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605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E293B"/>
                </a:solidFill>
                <a:latin typeface="Aptos"/>
              </a:rPr>
              <a:t>80-100  Excellent
60-79    Good
40-59    Warning
0-39      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64592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73352"/>
            <a:ext cx="4069080" cy="182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1673352"/>
            <a:ext cx="3474720" cy="1828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0" y="16459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0EA5E9"/>
                </a:solidFill>
                <a:latin typeface="Aptos"/>
              </a:rPr>
              <a:t>35 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51460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542032"/>
            <a:ext cx="4069080" cy="182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542032"/>
            <a:ext cx="3474720" cy="1828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0" y="251460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2563EB"/>
                </a:solidFill>
                <a:latin typeface="Aptos"/>
              </a:rPr>
              <a:t>35 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38328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Disk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410712"/>
            <a:ext cx="4069080" cy="182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0" y="3410712"/>
            <a:ext cx="2240280" cy="182880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33832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EA580C"/>
                </a:solidFill>
                <a:latin typeface="Aptos"/>
              </a:rPr>
              <a:t>20 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251959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Battery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279392"/>
            <a:ext cx="4069080" cy="182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0" y="4279392"/>
            <a:ext cx="1234440" cy="18288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0" y="4251959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6A34A"/>
                </a:solidFill>
                <a:latin typeface="Aptos"/>
              </a:rPr>
              <a:t>10 pts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Interpretation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The application explains what is happening and what to do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074920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8191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EA5E9"/>
                </a:solidFill>
                <a:latin typeface="Aptos"/>
              </a:rPr>
              <a:t>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7276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High memory pressure detected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5074920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58191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Aptos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57276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91.4% used | 1.3 GB free | top process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5074920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Aptos"/>
              </a:rPr>
              <a:t>OS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8986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Less room for cache; paging may increase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743200"/>
            <a:ext cx="5074920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290779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8986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High confidence from direct metrics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069080"/>
            <a:ext cx="5074920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23367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Aptos"/>
              </a:rPr>
              <a:t>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2452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Review tabs and close dormant apps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4069080"/>
            <a:ext cx="5074920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423367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Aptos"/>
              </a:rP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422452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Check history for recovery over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32120"/>
            <a:ext cx="10332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Aptos"/>
              </a:rPr>
              <a:t>Brief spikes are not treated as failures: sustained evidence is required before an insight becomes active.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Small, testable modules support the complete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A5E9"/>
                </a:solidFill>
                <a:latin typeface="Aptos"/>
              </a:rPr>
              <a:t>Python 3.11+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39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Core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41732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1" y="16459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A34A"/>
                </a:solidFill>
                <a:latin typeface="Aptos"/>
              </a:rPr>
              <a:t>PySide6 / Qt6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2039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Desktop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1732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1" y="16459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Aptos"/>
              </a:rPr>
              <a:t>psutil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OS telemetry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41732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16459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Aptos"/>
              </a:rPr>
              <a:t>SQLite3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2039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Local persistence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2608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1546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C2626"/>
                </a:solidFill>
                <a:latin typeface="Aptos"/>
              </a:rPr>
              <a:t>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5478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History charts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39" y="292608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5031" y="31546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Aptos"/>
              </a:rPr>
              <a:t>ReportLab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1" y="35478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PDF reports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292608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1" y="31546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A5E9"/>
                </a:solidFill>
                <a:latin typeface="Aptos"/>
              </a:rPr>
              <a:t>pytest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1" y="35478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Automated testing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2926080"/>
            <a:ext cx="2423160" cy="107899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2" y="31546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A34A"/>
                </a:solidFill>
                <a:latin typeface="Aptos"/>
              </a:rPr>
              <a:t>Offline-first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35478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Privacy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main.py -&gt; src/monitoring -&gt; src/analysis -&gt; src/database -&gt; src/ui + reports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Code evidence: system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Live OS telemetry is collected through psutil.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25880"/>
            <a:ext cx="10881360" cy="48006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ystem-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27632"/>
            <a:ext cx="1037844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99632"/>
            <a:ext cx="10332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Source: src/monitoring/system_monitor.py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Code evidence: health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The score is deterministic, bounded and explainable.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25880"/>
            <a:ext cx="10881360" cy="48006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alth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27632"/>
            <a:ext cx="1037844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99632"/>
            <a:ext cx="10332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Source: src/analysis/health_score.py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Code evidence: application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The Qt application starts the controller and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25880"/>
            <a:ext cx="10881360" cy="48006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lication-entry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27632"/>
            <a:ext cx="1037844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99632"/>
            <a:ext cx="10332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Source: main.py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931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Testing and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7782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ptos"/>
              </a:rPr>
              <a:t>Verified project behavior and repository links.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Aptos"/>
              </a:rPr>
              <a:t>SMART COMPUTER HEALTH MONITOR  |  OPERATING SYSTEMS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00400" cy="3246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0" b="1">
                <a:solidFill>
                  <a:srgbClr val="16A34A"/>
                </a:solidFill>
                <a:latin typeface="Aptos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TESTS 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python -m pytest -q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6217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Aptos"/>
              </a:rPr>
              <a:t>• Health-score boundaries
• Sustained vs transient spikes
• Database CRUD and settings
• Alert lifecycle and recovery
• Process edge cases
• Recommendations and reports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74920"/>
            <a:ext cx="1069848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294376"/>
            <a:ext cx="10149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ptos"/>
              </a:rPr>
              <a:t>GitHub: https://github.com/ranjansuman-collab/Smart-Computer-Health-Monitor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89320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Review 10 documentation: docs/REVIEW_10_DOCUMENTATION.md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